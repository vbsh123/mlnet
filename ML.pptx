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 snapToGrid="0">
      <p:cViewPr varScale="1">
        <p:scale>
          <a:sx n="51" d="100"/>
          <a:sy n="51" d="100"/>
        </p:scale>
        <p:origin x="1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AEDC-D157-4764-9195-66A9CB5A5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3F664-7527-4CBA-8289-6E49BD4C9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9F3A3-CF4A-439A-8FF3-7EC10166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D6E73-6ED2-47D6-B4F5-BEE00F12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26B22-4BED-4B02-9F89-55616E57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81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3608-AC36-419D-8173-B9215F1ED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110E-F0FB-49D7-8191-EE5B412C3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85E3-31DF-4432-A8CE-8922BE99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F2461-735E-4269-9ECC-75E0D049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371A7-3998-453B-8057-516CC2B7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7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6322-FB06-4AE3-A790-E98EC98A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1F2A2-E768-4773-8508-9417327EC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9CF55-16F6-443C-A328-92287864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5522B-4298-47B0-B696-205AD763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46531-D048-4FAF-B6C8-F6C20EE8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11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77C0-9BFE-4192-9D44-EA06EE6E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ABEB2-183C-4761-8D03-6CC897852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3D882-7DDE-45FB-85A7-3F74A8A17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78BAB-0DE1-494D-B39E-35A419BB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E091-091B-46F3-AD2C-4793033D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2B950-2B8E-44D5-BBAE-585825E7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9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0865F-FD1B-46D8-9597-D4E64165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531F6-B74F-460E-AED5-78FD0289D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5D4B-8432-4FE9-B40A-441E88D10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4ADA9-947D-404E-9A7D-FB7F03C94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520ED-ED35-4F40-98DC-F89E890AD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C27288-BE83-4404-9435-C9938F97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45C25-4B8D-4048-8832-6C77D30D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B922D-9B6A-429D-BB0A-C8CC0382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3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D363-D3EA-4BC5-90E9-40926B07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06BFB-ADCB-483E-8D7A-8D929725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D3E06-3CFD-4B78-BAC9-E9475DAC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BAB08-41EE-4D19-9AC9-1688B3CF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07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DA5CA-4536-4197-98CD-12E196A6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43318-DEE7-4510-BD0F-8A5FF901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29897-3AA6-4854-9423-1EC7AC3C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9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A6AED-C35F-4AF1-80FE-1F9AD493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20867-8BAC-4859-AC7C-88D382981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9F725-BFF3-4953-9679-20D22FE82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8FEA4-04C6-4DDC-87E2-F907F9B0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EFFF4-BEE5-43B3-B4B3-F8833834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B34B9-747B-426B-A481-5235CFBD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2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B17B-FC90-4BBA-BD13-B5B85EC8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A0D62-CDE3-4FA8-8AF2-15A270439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475A9-9BFE-45DD-9E15-F0C69C360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CA11D-2BD9-4FFE-8511-1F20332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A9D5-9F09-414A-8E3D-880DEC07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069CA-AEF1-40BD-A8AD-C816E945D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2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9CE2-88BF-4486-8EFF-BE7AFB90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395B1-32D9-4CA0-AE93-02F1E2A62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E95B6-CA11-45F9-9CE2-7A22B074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F81CE-85C6-4CCE-BF76-E3390362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15EA-FB2E-4779-AC98-9B41D8AA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1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18780-4883-4C13-9112-3C1BA5439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F007E-4F72-4A50-B6FA-4E80A64C6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3784C-31DF-4E1C-91A8-E85F1C84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8D123-C3E3-4714-9688-1B35700D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51D1-E80C-44EB-9F71-9FFE0484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5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41D09-374C-4B5A-BCF9-C7384BA3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F19A2-A0D3-4579-BABB-1B72309F2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242E5-359B-469E-B4A1-372CD3765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824B8-DB2B-40A6-888A-E05B99E7A2E7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68D31-6AE1-4297-853A-3E803EA4D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E0315-A695-427B-8E65-A88005EE2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9240F-96EC-4D0C-8462-0126CAFCD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3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4D0-3A12-4F58-B921-AE810AB12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2526"/>
            <a:ext cx="9144000" cy="2460592"/>
          </a:xfrm>
        </p:spPr>
        <p:txBody>
          <a:bodyPr/>
          <a:lstStyle/>
          <a:p>
            <a:r>
              <a:rPr lang="en-US" dirty="0">
                <a:latin typeface="Bahnschrift SemiBold Condensed" panose="020B0502040204020203" pitchFamily="34" charset="0"/>
              </a:rPr>
              <a:t>ML 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A160A-DEAE-422A-AEF1-1CF68B95C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686" y="3429000"/>
            <a:ext cx="9144000" cy="1655762"/>
          </a:xfrm>
        </p:spPr>
        <p:txBody>
          <a:bodyPr>
            <a:normAutofit/>
          </a:bodyPr>
          <a:lstStyle/>
          <a:p>
            <a:r>
              <a:rPr lang="he-IL" sz="4000" dirty="0"/>
              <a:t>ממ"ס לומדים ללמד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B5C06-F321-41B0-AD5F-2D31F62665EE}"/>
              </a:ext>
            </a:extLst>
          </p:cNvPr>
          <p:cNvSpPr txBox="1"/>
          <p:nvPr/>
        </p:nvSpPr>
        <p:spPr>
          <a:xfrm>
            <a:off x="3424334" y="3638938"/>
            <a:ext cx="7557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sz="1000" dirty="0"/>
              <a:t>ולאמן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4917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5B83-AEBF-498D-A313-F4AE9D51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176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6000" b="1" dirty="0">
                <a:cs typeface="+mn-cs"/>
              </a:rPr>
              <a:t>מה זה?</a:t>
            </a:r>
            <a:endParaRPr lang="en-US" sz="6000" b="1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B0FCB-1B60-4982-9DB4-7A8AA39C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31" y="2797645"/>
            <a:ext cx="11244943" cy="4768041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ü"/>
            </a:pPr>
            <a:r>
              <a:rPr lang="he-IL" sz="3600" dirty="0"/>
              <a:t>ספרייה המשמשת לבניית מודלים לצורך למידת מכונה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he-IL" sz="3600" dirty="0"/>
              <a:t>נתמכת ב</a:t>
            </a:r>
            <a:r>
              <a:rPr lang="en-US" sz="3600" dirty="0"/>
              <a:t>.</a:t>
            </a:r>
            <a:r>
              <a:rPr lang="en-US" sz="3600" dirty="0">
                <a:latin typeface="Bahnschrift SemiBold Condensed" panose="020B0502040204020203" pitchFamily="34" charset="0"/>
              </a:rPr>
              <a:t>NET</a:t>
            </a:r>
            <a:r>
              <a:rPr lang="en-US" sz="3600" dirty="0"/>
              <a:t> </a:t>
            </a:r>
            <a:endParaRPr lang="he-IL" sz="3600" dirty="0"/>
          </a:p>
          <a:p>
            <a:pPr algn="r" rtl="1">
              <a:buFont typeface="Wingdings" panose="05000000000000000000" pitchFamily="2" charset="2"/>
              <a:buChar char="ü"/>
            </a:pPr>
            <a:r>
              <a:rPr lang="he-IL" sz="3600" dirty="0"/>
              <a:t>כוללת </a:t>
            </a:r>
            <a:r>
              <a:rPr lang="en-US" sz="3600" dirty="0">
                <a:latin typeface="Bahnschrift SemiBold Condensed" panose="020B0502040204020203" pitchFamily="34" charset="0"/>
              </a:rPr>
              <a:t>UI</a:t>
            </a:r>
            <a:r>
              <a:rPr lang="he-IL" sz="3600" dirty="0"/>
              <a:t> לצורך בנייה מהירה של מודלים</a:t>
            </a:r>
          </a:p>
          <a:p>
            <a:pPr marL="0" indent="0"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511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0C65-76CA-46D6-A53C-1F512CA9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מודל?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BECE-E6EC-4742-A375-87DC72A9F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he-IL" dirty="0"/>
              <a:t>מבנה המאומן על ידי נתונים כך שיוכל לבצע פעולות עיבוד על נתונים חדשים המצריכים זיהוי של עקביות או תבנית מסוימת לדוגמא חיזוי ערכים עתידיים או תיוג של אובייקטים</a:t>
            </a:r>
          </a:p>
        </p:txBody>
      </p:sp>
    </p:spTree>
    <p:extLst>
      <p:ext uri="{BB962C8B-B14F-4D97-AF65-F5344CB8AC3E}">
        <p14:creationId xmlns:p14="http://schemas.microsoft.com/office/powerpoint/2010/main" val="66308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1F26-51EE-4ABB-80DA-B17C05BA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  </a:t>
            </a:r>
            <a:r>
              <a:rPr lang="he-IL" dirty="0"/>
              <a:t>?</a:t>
            </a:r>
            <a:r>
              <a:rPr lang="en-US" dirty="0"/>
              <a:t>ML .NET </a:t>
            </a:r>
            <a:r>
              <a:rPr lang="he-IL" dirty="0"/>
              <a:t>למה דווקא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A1BA0-72BA-4D12-9881-21DE21FA7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1"/>
            <a:r>
              <a:rPr lang="he-IL" dirty="0"/>
              <a:t>תומך ב</a:t>
            </a:r>
            <a:r>
              <a:rPr lang="en-US" dirty="0"/>
              <a:t>.NET</a:t>
            </a:r>
            <a:r>
              <a:rPr lang="he-IL" dirty="0"/>
              <a:t> –</a:t>
            </a:r>
            <a:r>
              <a:rPr lang="en-US" dirty="0"/>
              <a:t> </a:t>
            </a:r>
            <a:r>
              <a:rPr lang="he-IL" dirty="0"/>
              <a:t>אין צורך ללמוד בכלל שפה אחרת</a:t>
            </a:r>
          </a:p>
          <a:p>
            <a:pPr algn="just" rtl="1"/>
            <a:r>
              <a:rPr lang="he-IL" dirty="0"/>
              <a:t>בנייה מהירה של מודלים (לרוב פשוטים)</a:t>
            </a:r>
          </a:p>
          <a:p>
            <a:pPr algn="just" rtl="1"/>
            <a:r>
              <a:rPr lang="he-IL" dirty="0"/>
              <a:t>תמיכה ב</a:t>
            </a:r>
            <a:r>
              <a:rPr lang="en-US" dirty="0"/>
              <a:t>Deep Learning</a:t>
            </a:r>
            <a:endParaRPr lang="he-IL" dirty="0"/>
          </a:p>
          <a:p>
            <a:pPr algn="just" rtl="1"/>
            <a:r>
              <a:rPr lang="he-IL" dirty="0"/>
              <a:t>ביצועים טובים יותר מספריות מוכרות לדוגמא </a:t>
            </a:r>
            <a:r>
              <a:rPr lang="en-US" dirty="0" err="1"/>
              <a:t>Scikit</a:t>
            </a:r>
            <a:r>
              <a:rPr lang="en-US" dirty="0"/>
              <a:t>-learn</a:t>
            </a:r>
            <a:endParaRPr lang="he-IL" dirty="0"/>
          </a:p>
          <a:p>
            <a:pPr algn="just" rtl="1"/>
            <a:r>
              <a:rPr lang="he-IL" dirty="0"/>
              <a:t>בעל אופציה להרצה של המודלים על ה</a:t>
            </a:r>
            <a:r>
              <a:rPr lang="en-US" dirty="0"/>
              <a:t>GPU</a:t>
            </a:r>
          </a:p>
          <a:p>
            <a:pPr algn="just" rtl="1"/>
            <a:r>
              <a:rPr lang="he-IL" dirty="0"/>
              <a:t>כולל </a:t>
            </a:r>
            <a:r>
              <a:rPr lang="en-US" dirty="0"/>
              <a:t>UI</a:t>
            </a:r>
            <a:r>
              <a:rPr lang="he-IL" dirty="0"/>
              <a:t> פשוט לבנייה של מודלים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1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1E74-A99E-4DDF-A4A9-58DE8DE4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מימוש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0FE38-7254-4A08-BF6E-3326EBB71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הבעיה – חיזוי מחיר נסיעה במונית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9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33BA-F2AF-4F35-ABF6-D3CB17BB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מימוש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120F3E-52B4-4764-B9DF-3CD985DB1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781" y="127820"/>
            <a:ext cx="8032953" cy="656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F1A0AF-D6AE-42DE-B6AA-053FB7C4C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154"/>
            <a:ext cx="12198030" cy="67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0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AEB526-DF7D-42C5-8BBA-EEBF8D744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09023"/>
            <a:ext cx="12192000" cy="330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6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25549C-4B82-44B9-90EB-AC87B0CA0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58529"/>
            <a:ext cx="12191999" cy="290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3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663CD8-2406-447C-9CFB-CDE7CE4F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0" y="1170039"/>
            <a:ext cx="12034683" cy="351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76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923E4A-E5F8-4F2F-A831-40143A8DD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51730"/>
            <a:ext cx="12616002" cy="521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4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70BAB6-A9B2-445F-88E1-91EDC232C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749" y="1661652"/>
            <a:ext cx="10798308" cy="259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0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117</Words>
  <Application>Microsoft Office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Bahnschrift SemiBold Condensed</vt:lpstr>
      <vt:lpstr>Calibri</vt:lpstr>
      <vt:lpstr>Calibri Light</vt:lpstr>
      <vt:lpstr>Wingdings</vt:lpstr>
      <vt:lpstr>Office Theme</vt:lpstr>
      <vt:lpstr>ML .NET</vt:lpstr>
      <vt:lpstr>מה זה?</vt:lpstr>
      <vt:lpstr>מודל?</vt:lpstr>
      <vt:lpstr>  ?ML .NET למה דווקא </vt:lpstr>
      <vt:lpstr>מימוש</vt:lpstr>
      <vt:lpstr>מימוש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.NET</dc:title>
  <dc:creator>yoel astanovsky</dc:creator>
  <cp:lastModifiedBy>yoel astanovsky</cp:lastModifiedBy>
  <cp:revision>24</cp:revision>
  <dcterms:created xsi:type="dcterms:W3CDTF">2021-01-16T15:42:38Z</dcterms:created>
  <dcterms:modified xsi:type="dcterms:W3CDTF">2021-01-23T21:01:49Z</dcterms:modified>
</cp:coreProperties>
</file>